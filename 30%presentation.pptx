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9" r:id="rId4"/>
    <p:sldId id="260" r:id="rId5"/>
    <p:sldId id="279" r:id="rId6"/>
    <p:sldId id="261" r:id="rId7"/>
    <p:sldId id="280" r:id="rId8"/>
    <p:sldId id="263" r:id="rId9"/>
    <p:sldId id="282" r:id="rId10"/>
    <p:sldId id="264" r:id="rId11"/>
    <p:sldId id="265" r:id="rId12"/>
    <p:sldId id="266" r:id="rId13"/>
    <p:sldId id="267" r:id="rId14"/>
    <p:sldId id="285" r:id="rId15"/>
    <p:sldId id="271" r:id="rId16"/>
    <p:sldId id="272" r:id="rId17"/>
    <p:sldId id="273" r:id="rId18"/>
    <p:sldId id="274" r:id="rId19"/>
    <p:sldId id="275" r:id="rId20"/>
    <p:sldId id="283" r:id="rId21"/>
    <p:sldId id="284" r:id="rId22"/>
    <p:sldId id="286" r:id="rId23"/>
    <p:sldId id="287" r:id="rId24"/>
    <p:sldId id="288" r:id="rId25"/>
    <p:sldId id="268" r:id="rId26"/>
    <p:sldId id="270" r:id="rId27"/>
    <p:sldId id="278" r:id="rId28"/>
    <p:sldId id="269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72" y="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86B37-9E7C-4699-A89E-72EE4B29165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FE787-E5F2-40C5-9D43-E7EAF8E51F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85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89F-69BA-45D8-85C1-789124DFB921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3749-7540-4838-B5FB-EDC40CB84DB0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A8085-18D1-4091-8AD3-81F140965EFC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35F7-97F8-4D2E-B83D-158766068E0A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FADE-B1F7-484F-89D9-3E148D53B52B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378E-9541-4F7D-BD6F-302448FBBB81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370F-658E-452B-A4D5-DB4240E0AF51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E6F0-0C4F-4052-A284-495110A822E2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22A7-5E39-4CEE-A6B3-52DA5303DD53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1830-9FBF-4C58-837A-230882702FD4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442-52C5-4632-BA82-04F7AD4C9B34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188C4-8F03-4988-A683-AFCBDCFC6ED7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962" y="1142672"/>
            <a:ext cx="7772400" cy="1470025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SmartCrop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 &amp;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Crop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Monitoring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058948"/>
            <a:ext cx="6400800" cy="1817852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Zulkifl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Ahmad            SP23-BCS-047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Aleeza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Javed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SP23-BCS-141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Muneeba Kalsoom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SP23-BCS-147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3773" y="5791200"/>
            <a:ext cx="996315" cy="996315"/>
          </a:xfrm>
          <a:prstGeom prst="rect">
            <a:avLst/>
          </a:prstGeom>
          <a:noFill/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390088" y="5707871"/>
            <a:ext cx="64008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200" baseline="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COMSATS</a:t>
            </a:r>
            <a:r>
              <a:rPr lang="en-US" sz="220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Islamabad, Abbottabad Campus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6858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Presentation Template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4697996"/>
            <a:ext cx="38846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Sir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Yasar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Cases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(Gantt Chart)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1st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(30%)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(60%)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SmartCrop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smart farming system designed to improve agricultural productivity through intelligent monitoring and decision support.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collects real-time soil and environmental data using ESP32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sensors, stores the data in Firebase, and applies machine learning models to provide crop recommendations, fertilizer suggestions, yield prediction, weather forecasting, and remote irrigation control through a Flutter mobile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Will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soil and environmental conditions in real time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in Firebase Cloud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crops using Machine Learning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irrigation control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sensor data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Will NOT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detection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irrigation decisions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dashboard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platforms other than Android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registration, login, password recovery, profile management, and logout using Firebase Authentication.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Monitoring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real-time and historical values of soil moisture, temperature, humidity, pH, NPK, and EC collected from ESP32.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Recommendation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machine learning to recommend the most suitable crop and provides fertilizer suggestions and yield prediction.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weather information through the Weather API to assist irrigation planning.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Control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farmers to remotely switch the irrigation pump ON/OFF and synchronizes irrigation status in real time. User Profile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to update profile information and securely manage their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1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English language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within a few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minutes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messages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loads within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seconds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within 10 seconds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within 2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seconds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authenticated users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synchronization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after network interruption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6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Goals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field conditions remotely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crop recommendations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wastage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irrigation using weather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productivity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 farming decisions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Forgot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Sensor Data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Recommendation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 Prediction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Recommendation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</a:t>
            </a:r>
          </a:p>
        </p:txBody>
      </p:sp>
      <p:pic>
        <p:nvPicPr>
          <p:cNvPr id="5" name="Picture 4" descr="D:\Downloadiesss\Untitled Diagram (5)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215" y="1248749"/>
            <a:ext cx="6280785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9" name="Content Placeholder 8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5396" y="1600200"/>
            <a:ext cx="5013207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6575" y="1600200"/>
            <a:ext cx="315084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915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1401" y="1600200"/>
            <a:ext cx="4981198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Sequence Diagram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706" y="1600200"/>
            <a:ext cx="5702588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Activity/State Machine Diagram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067" y="1600200"/>
            <a:ext cx="5185865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1755" y="1600200"/>
            <a:ext cx="4960489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Diagram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6041" y="1600200"/>
            <a:ext cx="5491917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DFD Level 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194" y="1600200"/>
            <a:ext cx="627961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4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DFD (Level 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7407" y="1600200"/>
            <a:ext cx="428918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00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58992"/>
            <a:ext cx="8229600" cy="380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783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Schematic 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1696" y="1600200"/>
            <a:ext cx="570060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47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Timing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96326"/>
            <a:ext cx="8229600" cy="313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35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364" y="1600200"/>
            <a:ext cx="7543271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1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Iteration (30%)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Requirement Gathering</a:t>
            </a:r>
          </a:p>
          <a:p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SRS Documentation </a:t>
            </a:r>
          </a:p>
          <a:p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SDD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Documentation </a:t>
            </a:r>
          </a:p>
          <a:p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Component Selection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Dataset Preparation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Crop Recommendation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AI M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odel </a:t>
            </a:r>
          </a:p>
          <a:p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Flutter Frontend Development (Basic)</a:t>
            </a:r>
          </a:p>
          <a:p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ESP32 &amp; Sensor Integration (Basic)</a:t>
            </a:r>
            <a:endParaRPr lang="en-US" sz="2400" i="1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25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Iteration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Backend Development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Yield Prediction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Model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Sensor-to-Mobile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Integration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Mobile Application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25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SmartCrop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AI,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cloud computing, and mobile technology to support smart farming.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enables real-time monitoring, intelligent recommendations, and remote irrigation management.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the planned development schedule and will continue with implementation, integration, and testing in the upcoming iterations.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515</Words>
  <Application>Microsoft Office PowerPoint</Application>
  <PresentationFormat>On-screen Show (4:3)</PresentationFormat>
  <Paragraphs>153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Tahoma</vt:lpstr>
      <vt:lpstr>Times New Roman</vt:lpstr>
      <vt:lpstr>Office Theme</vt:lpstr>
      <vt:lpstr>SmartCrop – AI &amp; IoT-Based Crop  Suitability and Monitoring System</vt:lpstr>
      <vt:lpstr>Agenda of the Presentation</vt:lpstr>
      <vt:lpstr>Brief Introduction</vt:lpstr>
      <vt:lpstr>Scope</vt:lpstr>
      <vt:lpstr>Scope</vt:lpstr>
      <vt:lpstr>Functional Requirements</vt:lpstr>
      <vt:lpstr>Functional Requirements</vt:lpstr>
      <vt:lpstr>Non-Functional Requirements</vt:lpstr>
      <vt:lpstr>PowerPoint Presentation</vt:lpstr>
      <vt:lpstr>User Goals </vt:lpstr>
      <vt:lpstr>Use Cases </vt:lpstr>
      <vt:lpstr>Use Case Diagram </vt:lpstr>
      <vt:lpstr>Class Diagram </vt:lpstr>
      <vt:lpstr>Layered Architecture Diagram</vt:lpstr>
      <vt:lpstr>Sequence Diagram </vt:lpstr>
      <vt:lpstr>System Sequence Diagram </vt:lpstr>
      <vt:lpstr>Activity/State Machine Diagram </vt:lpstr>
      <vt:lpstr>Firebase Json Tree</vt:lpstr>
      <vt:lpstr>Package Diagram </vt:lpstr>
      <vt:lpstr>DFD Level 0</vt:lpstr>
      <vt:lpstr>DFD (Level 1)</vt:lpstr>
      <vt:lpstr>System Block Diagram</vt:lpstr>
      <vt:lpstr>Hardware Schematic Diagram</vt:lpstr>
      <vt:lpstr>Timing Diagram</vt:lpstr>
      <vt:lpstr>Schedule </vt:lpstr>
      <vt:lpstr>Details of 1st Iteration (30%)</vt:lpstr>
      <vt:lpstr>Details of 2nd Iteration (60%)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</dc:title>
  <dc:creator>USER</dc:creator>
  <cp:lastModifiedBy>Abdullah</cp:lastModifiedBy>
  <cp:revision>34</cp:revision>
  <dcterms:created xsi:type="dcterms:W3CDTF">2013-09-23T09:08:15Z</dcterms:created>
  <dcterms:modified xsi:type="dcterms:W3CDTF">2026-07-10T14:54:15Z</dcterms:modified>
</cp:coreProperties>
</file>